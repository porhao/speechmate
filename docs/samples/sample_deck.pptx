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Five Strategies for Effective Time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time management matters for students and professionals</a:t>
            </a:r>
          </a:p>
          <a:p>
            <a:r>
              <a:t>Simple habits you can start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and Prioritize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Write tomorrow's top three tasks the night before</a:t>
            </a:r>
          </a:p>
          <a:p>
            <a:r>
              <a:rPr sz="2800"/>
              <a:t>Use the Eisenhower matrix: urgent vs. important</a:t>
            </a:r>
          </a:p>
          <a:p>
            <a:r>
              <a:rPr sz="2800"/>
              <a:t>Block focused time on your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 Your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Silence notifications during deep work</a:t>
            </a:r>
          </a:p>
          <a:p>
            <a:r>
              <a:rPr sz="2800"/>
              <a:t>Work in 25-minute sprints with short breaks</a:t>
            </a:r>
          </a:p>
          <a:p>
            <a:r>
              <a:rPr sz="2800"/>
              <a:t>Review your week every Friday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